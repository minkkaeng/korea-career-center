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4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876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CE8EBD3-48B5-9D7D-813A-C96009BD6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0" t="16167" r="17258" b="48559"/>
          <a:stretch>
            <a:fillRect/>
          </a:stretch>
        </p:blipFill>
        <p:spPr>
          <a:xfrm>
            <a:off x="-254000" y="1513283"/>
            <a:ext cx="8991600" cy="6203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사용자 지정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옥경 정</cp:lastModifiedBy>
  <cp:revision>3</cp:revision>
  <dcterms:created xsi:type="dcterms:W3CDTF">2006-08-16T00:00:00Z</dcterms:created>
  <dcterms:modified xsi:type="dcterms:W3CDTF">2026-06-10T05:58:12Z</dcterms:modified>
</cp:coreProperties>
</file>